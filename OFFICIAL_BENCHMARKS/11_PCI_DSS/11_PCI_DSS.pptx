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11 PCI DSS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2026-10-02T10:08:00.701043Z | Framework ID: 11_PCI_DSS</a:t>
            </a:r>
          </a:p>
          <a:p>
            <a:r>
              <a:t>PCI DSS v4.0 (2022)</a:t>
            </a:r>
          </a:p>
          <a:p>
            <a:r>
              <a:t>PASS — Req 3 (Protect Data), Req 7 (Access), Req 10 (Logging), Req 12 (Security Policy)</a:t>
            </a:r>
          </a:p>
          <a:p>
            <a:r>
              <a:t>12/12 requirements: COMPLIANT</a:t>
            </a:r>
          </a:p>
          <a:p>
            <a:r>
              <a:t>AES-256-GCM satisfies Req 3.5; SHA3-256 audit chain satisfies Req 10.3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